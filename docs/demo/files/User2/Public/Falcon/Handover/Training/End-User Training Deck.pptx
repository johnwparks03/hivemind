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Harborview Platform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For the two pilot teams,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What You Will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Search your own files and your teammates' public files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Ask a question and read an answer with sources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Choose which files are public or private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Know where to get help during the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How Search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Your own files are searched first, on your laptop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If nothing matches well, teammates' public file details are searched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Results show the file name, owner and tags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Use Download to request a teammate's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How Ask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Type a question that names a topic, for example a project or a document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Answers draw on your files and on teammates' public documents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Every answer lists its sources so you can check it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Avoid date ranges in the question; they narrow the search to your own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Public And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Private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Private files never leave your laptop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Public files: teammates can find them and read their text through Ask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Unpublish a file at any time; its stored text is removed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Publish only what you are happy for your team to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Downloading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Download works while the owner's laptop is online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The file passes through a short-lived transfer that is cleared within minutes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If the owner is offline, try again later or message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Pilot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The pilot runs 9 to 27 November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First line: the support analyst, 08:00 to 17:00 on working days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Raise issues through the help desk form; never paste document text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Read the User Guide and FAQ before you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Next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Complete the practice exercises after this session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Mark your first public folder with your team lead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Send feedback after the first week of the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End-User Training Deck</dc:title>
  <dc:subject/>
  <dc:creator>User 2</dc:creator>
  <cp:keywords/>
  <dc:description>generated using python-pptx</dc:description>
  <cp:lastModifiedBy>User 2</cp:lastModifiedBy>
  <cp:revision>1</cp:revision>
  <dcterms:created xsi:type="dcterms:W3CDTF">2026-10-14T00:00:00Z</dcterms:created>
  <dcterms:modified xsi:type="dcterms:W3CDTF">2026-10-19T00:00:00Z</dcterms:modified>
  <cp:category/>
</cp:coreProperties>
</file>