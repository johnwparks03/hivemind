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Falcon Phase 1 Lessons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19 August 2026 - review of Phase 1 for Brightwater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Why We Did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Capture what to repeat and what to change before Phase 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1 ran 2 March to 7 August 2026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Input from the team, the client and the steering committee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What Went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Early security review avoided late rework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Weekly status notes kept the client sponsor informed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OCR pass fixed the main relevance complaint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Change control handled the CRM request cleanly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What Did Not Go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Large connector stories ran across three sprints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Source permissions were not mapped at kickoff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Manual test data refresh cost half a day each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Client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Search now beats asking a colleague for common questions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Wants earlier sight of demo builds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Wants a named owner for document freshness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Map permissions in the first two weeks of any phase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Cap story size at five points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Automate test data refresh in Phase 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Hold a short risk review every Friday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Actions for Phase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Project lead (User 1): add permission mapping to the kickoff plan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Delivery lead (User 2): enforce the story size cap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Client delivery lead: name the document freshness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Lessons Learned Deck</dc:title>
  <dc:subject/>
  <dc:creator>User 1</dc:creator>
  <cp:keywords/>
  <dc:description>generated using python-pptx</dc:description>
  <cp:lastModifiedBy>User 1</cp:lastModifiedBy>
  <cp:revision>1</cp:revision>
  <dcterms:created xsi:type="dcterms:W3CDTF">2026-08-14T00:00:00Z</dcterms:created>
  <dcterms:modified xsi:type="dcterms:W3CDTF">2026-08-19T00:00:00Z</dcterms:modified>
  <cp:category/>
</cp:coreProperties>
</file>