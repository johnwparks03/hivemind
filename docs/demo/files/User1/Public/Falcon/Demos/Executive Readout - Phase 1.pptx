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Falcon Phase 1 Executive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12 August 2026 - Harborview Platform for Brightwater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Phase 1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Search live across six source libraries with nightly refresh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Tagging live on 2,400 documents with 87 percent reviewer acceptance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CRM records searchable through the connector added in Change Order 01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Security review closed with no open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Financial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1 SOW $31,500 plus Change Order 01 of $6,800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1 total: $38,300, delivered on budget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Change Order 02 funds a bridge period at no added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Delivery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Eight sprints from 20 April to 7 August: 96 of 108 stories completed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Remaining stories moved to the bridge period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1 ended on 7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Lessons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Split large integration stories early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Share demo builds with the client before each demo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Agree document freshness ownership with the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Phase 2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Add question answering (Ask) over approved documents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Extend to teammate documents with owner download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Pilot Ask with two client teams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Budget to be requested: $48,200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Decisions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Endorse the Phase 2 proposal for the steering committee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Confirm the bridge period plan for Sprints 9 to 11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Name a client owner for document freshness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Readout - Phase 1</dc:title>
  <dc:subject/>
  <dc:creator>User 1</dc:creator>
  <cp:keywords/>
  <dc:description>generated using python-pptx</dc:description>
  <cp:lastModifiedBy>User 1</cp:lastModifiedBy>
  <cp:revision>1</cp:revision>
  <dcterms:created xsi:type="dcterms:W3CDTF">2026-08-05T00:00:00Z</dcterms:created>
  <dcterms:modified xsi:type="dcterms:W3CDTF">2026-08-12T00:00:00Z</dcterms:modified>
  <cp:category/>
</cp:coreProperties>
</file>