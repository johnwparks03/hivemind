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827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19456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400">
                <a:solidFill>
                  <a:srgbClr val="FFFFFF"/>
                </a:solidFill>
                <a:latin typeface="Open Sans"/>
              </a:rPr>
              <a:t>Falcon Sprint 6 </a:t>
            </a:r>
            <a:r>
              <a:rPr i="1" b="1" sz="4400">
                <a:solidFill>
                  <a:srgbClr val="86EB22"/>
                </a:solidFill>
                <a:latin typeface="Stix Two Text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0"/>
            <a:ext cx="9692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FFFFFF"/>
                </a:solidFill>
                <a:latin typeface="Open Sans"/>
              </a:rPr>
              <a:t>Sprint 6: 29 June to 10 July 2026 - demo held 10 July 2026 for Brightwater 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FFFFFF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Sprint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Run document tagging at scale on the shared drives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Prepare the OCR approach for scanned PDFs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Show the client the search experience on real content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What We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Delivered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Tagging live on 2,100 documents across four libraries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Nightly ingest stable for 12 consecutive runs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CRM connector read-only mode available in the test environment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13 of 14 committed stories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Live Demo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Search for a customer contract by topic, not file name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Open the tags and show why the result matched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Filter by library and by last modified 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Median search time under 2 seconds on the test set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Tag acceptance by reviewers: 87 percent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Open defects: 7, none severe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Client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Feedback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Client sponsor asked for a view of stale documents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Operations analysts liked the match explanation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Request to show document owner on every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698480" y="457200"/>
            <a:ext cx="822960" cy="822960"/>
          </a:xfrm>
          <a:prstGeom prst="ellipse">
            <a:avLst/>
          </a:prstGeom>
          <a:solidFill>
            <a:srgbClr val="86BC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9692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3200">
                <a:solidFill>
                  <a:srgbClr val="000000"/>
                </a:solidFill>
                <a:latin typeface="Open Sans"/>
              </a:rPr>
              <a:t>Next </a:t>
            </a:r>
            <a:r>
              <a:rPr i="1" b="1" sz="3200">
                <a:solidFill>
                  <a:srgbClr val="000000"/>
                </a:solidFill>
                <a:latin typeface="Stix Two Text"/>
              </a:rPr>
              <a:t>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04241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Sprint 7 starts 13 July: OCR pass and security review pack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Add document owner to the result card</a:t>
            </a:r>
          </a:p>
          <a:p>
            <a:pPr>
              <a:spcAft>
                <a:spcPts val="1200"/>
              </a:spcAft>
            </a:pPr>
            <a:r>
              <a:rPr sz="2000">
                <a:solidFill>
                  <a:srgbClr val="000000"/>
                </a:solidFill>
                <a:latin typeface="Open Sans"/>
              </a:rPr>
              <a:t>• Draft the retention view for the Phase 1 close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282728"/>
                </a:solidFill>
                <a:latin typeface="Open Sans"/>
              </a:rPr>
              <a:t>Fictional demo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Sprint 6 Demo Deck</dc:title>
  <dc:subject/>
  <dc:creator>User 1</dc:creator>
  <cp:keywords/>
  <dc:description>generated using python-pptx</dc:description>
  <cp:lastModifiedBy>User 1</cp:lastModifiedBy>
  <cp:revision>1</cp:revision>
  <dcterms:created xsi:type="dcterms:W3CDTF">2026-07-06T00:00:00Z</dcterms:created>
  <dcterms:modified xsi:type="dcterms:W3CDTF">2026-07-10T00:00:00Z</dcterms:modified>
  <cp:category/>
</cp:coreProperties>
</file>