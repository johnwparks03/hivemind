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Sprint 10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Sprint 10: 24 August to 4 September 2026 - demo held 4 September 2026 during the bridge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Sprint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Show the first question answering prototype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Keep search quality steady while the team is reduced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Prepare evidence for the Phase 2 budget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Bridge Period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Change Order 02 funds Sprints 9 to 11 at no added fee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Funded from Phase 1 contingency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Team of three keeps the platform running and builds the Ask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What We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Ask prototype answers questions from one library with cited sources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Retention view for stale documents released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Document owner shown on every result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9 of 10 committed stories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Live Demo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Ask a policy question and open the cited passage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Show an answer that says no source was found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Compare the answer with the keyword search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Feedback and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delivery lead wants answers limited to approved sources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Response time varies on long documents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Pilot team selection still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Next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11 starts 7 September: steering pre-read and budget request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Steering committee on 14 September to decide Phase 2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2 would start 21 September if approved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10 Demo Deck</dc:title>
  <dc:subject/>
  <dc:creator>User 1</dc:creator>
  <cp:keywords/>
  <dc:description>generated using python-pptx</dc:description>
  <cp:lastModifiedBy>User 1</cp:lastModifiedBy>
  <cp:revision>1</cp:revision>
  <dcterms:created xsi:type="dcterms:W3CDTF">2026-08-31T00:00:00Z</dcterms:created>
  <dcterms:modified xsi:type="dcterms:W3CDTF">2026-09-04T00:00:00Z</dcterms:modified>
  <cp:category/>
</cp:coreProperties>
</file>