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400">
                <a:solidFill>
                  <a:srgbClr val="FFFFFF"/>
                </a:solidFill>
                <a:latin typeface="Open Sans"/>
              </a:rPr>
              <a:t>Falcon Go-Live </a:t>
            </a:r>
            <a:r>
              <a:rPr i="1" b="1" sz="4400">
                <a:solidFill>
                  <a:srgbClr val="86EB22"/>
                </a:solidFill>
                <a:latin typeface="Stix Two Text"/>
              </a:rPr>
              <a:t>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  <a:latin typeface="Open Sans"/>
              </a:rPr>
              <a:t>21 October 2026 - readiness for the Ask pilot starting 9 November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Purpose and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Check readiness to start the Ask pilot with two client teams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Pilot window: 9 to 27 November 2026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Review status as of 21 October, during Sprint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Readiness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Ask answers with cited sources: ready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Teammate chunk upload and retrieval: ready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Download relay between laptops: ready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Warehouse content migration rehearsal: in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Users and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Two pilot teams named by the Client sponsor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End-user training sessions scheduled for the first week of November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User guide and FAQ in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Support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Pilot support by the delivery team during business hours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Issue triage within one working day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Daily check-in with the Client delivery lead during week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Open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R-12 Warehouse cutover planned for early November may delay content refresh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R-14 Pilot teams have limited time for feedback sessions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R-15 Some owners may be offline when a download is requested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Proceed to pilot subject to the Sprint 14 review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Re-check the migration rehearsal result before 6 November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Report pilot findings at the steering meeting after the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Go-Live Readiness Deck</dc:title>
  <dc:subject/>
  <dc:creator>User 1</dc:creator>
  <cp:keywords/>
  <dc:description>generated using python-pptx</dc:description>
  <cp:lastModifiedBy>User 1</cp:lastModifiedBy>
  <cp:revision>1</cp:revision>
  <dcterms:created xsi:type="dcterms:W3CDTF">2026-10-19T00:00:00Z</dcterms:created>
  <dcterms:modified xsi:type="dcterms:W3CDTF">2026-10-21T00:00:00Z</dcterms:modified>
  <cp:category/>
</cp:coreProperties>
</file>