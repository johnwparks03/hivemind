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Falcon Delivery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Phases and milestones for the Harborview Platform - revised 16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Roadmap at a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Phase 1: 2 March to 7 August 2026, discovery and core build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Bridge period: 10 August to 18 September 2026, Sprints 9 to 11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Phase 2: 21 September to 30 October 2026 build, then pilot in November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Phase 1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2 March: kickoff; 12 February statement of work signed for $31,500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20 April: Sprint 1 starts, eight sprints to 7 August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11 May: Change Order 01 approved, Phase 1 total $38,300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12 August: executive readout of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Bridge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Change Order 02 on 3 August 2026 funds Sprints 9 to 11 from contingency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Sprint 10 demo on 4 September shows improved search ranking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Phase 2 plan and budget request prepared in Sprint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Phase 2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14 September 2026: steering committee approves $48,200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21 September 2026: kickoff and Sprint 12 start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Sprint 14: 19 to 30 October 2026: pilot Ask for two teams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Early November: warehouse cutover (planned)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Pilot and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Pilot with two teams: 9 to 27 November 2026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Training and handover to the client support team during October and November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Closing report in December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Pilot teams named by the client by the end of Sprint 12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Warehouse system owner confirms the migration window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Search quality target agreed before the pilot starts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Roadmap</dc:title>
  <dc:subject/>
  <dc:creator>User 1</dc:creator>
  <cp:keywords/>
  <dc:description>generated using python-pptx</dc:description>
  <cp:lastModifiedBy>User 1</cp:lastModifiedBy>
  <cp:revision>1</cp:revision>
  <dcterms:created xsi:type="dcterms:W3CDTF">2026-03-10T00:00:00Z</dcterms:created>
  <dcterms:modified xsi:type="dcterms:W3CDTF">2026-09-16T00:00:00Z</dcterms:modified>
  <cp:category/>
</cp:coreProperties>
</file>