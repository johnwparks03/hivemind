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Falcon Phase 2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Kickoff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Brightwater Logistics - kickoff on 21 September 2026, deck updated 18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Where We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1 ended on 7 August 2026 and was reviewed at the readout on 12 August 2026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The bridge period covered Sprints 9 to 11 (10 August to 18 September 2026)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Search, ingestion and question answering work for the Phase 1 document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Approved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The steering committee approved the Phase 2 budget of $48,200 on 14 September 2026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The budget is not-to-exceed; any increase needs a signed change order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Budget tracked monthly and reported to the steering committee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Phase 2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Improve search quality against an agreed set of test questions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Let a team ask questions across documents its teammates share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Migrate the warehouse document store, planned for early November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Run a pilot with two client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Sprint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Sprint 12: 21 September to 2 October 2026: kickoff, backlog and quality baseline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Sprint 13: 5 to 16 October 2026: question answering across shared documents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Sprint 14: 19 to 30 October 2026 - goal: pilot Ask for two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Pilot with two teams runs 9 to 27 November 2026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Client names the two teams and releases time for training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Closing report and handover follow in December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Risks to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Warehouse migration timing and data quality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Pilot team availability around the November period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Search quality on older scanned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Next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Sprint 12 planning on the kickoff day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Client to confirm pilot teams by the end of Sprint 12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First Phase 2 steering update in October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Kickoff Deck - Phase 2</dc:title>
  <dc:subject/>
  <dc:creator>User 1</dc:creator>
  <cp:keywords/>
  <dc:description>generated using python-pptx</dc:description>
  <cp:lastModifiedBy>User 1</cp:lastModifiedBy>
  <cp:revision>1</cp:revision>
  <dcterms:created xsi:type="dcterms:W3CDTF">2026-08-28T00:00:00Z</dcterms:created>
  <dcterms:modified xsi:type="dcterms:W3CDTF">2026-09-18T00:00:00Z</dcterms:modified>
  <cp:category/>
</cp:coreProperties>
</file>