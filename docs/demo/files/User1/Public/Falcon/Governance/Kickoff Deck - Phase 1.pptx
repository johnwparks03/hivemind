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400">
                <a:solidFill>
                  <a:srgbClr val="FFFFFF"/>
                </a:solidFill>
                <a:latin typeface="Open Sans"/>
              </a:rPr>
              <a:t>Falcon Phase 1 </a:t>
            </a:r>
            <a:r>
              <a:rPr i="1" b="1" sz="4400">
                <a:solidFill>
                  <a:srgbClr val="86EB22"/>
                </a:solidFill>
                <a:latin typeface="Stix Two Text"/>
              </a:rPr>
              <a:t>Kickoff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Open Sans"/>
              </a:rPr>
              <a:t>Brightwater Logistics - kickoff meeting, 2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Why We Are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Staff lose time searching for documents across several repositories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Phase 1 builds the first working version of the Harborview Platform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The statement of work was signed on 12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Complete discovery and agree the priority use cases by early April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Build search and question answering in eight two-week sprints from 20 April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Hold a Phase 1 readout and recommend next steps in August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Scope and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Fee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Fixed fee of $31,500 covering five deliverables, D1 to D5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CRM integration is excluded and would need a change order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Changes to scope are agreed in writing by both sponsors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Team and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Executive sponsor and client sponsor own decisions and escalations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Project lead owns plan, risks and the budget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Delivery lead owns sprints, quality and the technical approach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Client delivery lead owns access, users and review of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Ways of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Weekly delivery meeting and written status note each Friday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Monthly steering committee, first meeting in April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Risks and decisions logged in shared files visible to the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First 30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Repository access granted by the client within two weeks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Stakeholder interviews and a discovery workshop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Current-state assessment and findings report drafted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Environment set up and security review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Questions and Next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Confirm the meeting calendar and steering dates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Client delivery lead to send the repository access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Kickoff Deck - Phase 1</dc:title>
  <dc:subject/>
  <dc:creator>User 1</dc:creator>
  <cp:keywords/>
  <dc:description>generated using python-pptx</dc:description>
  <cp:lastModifiedBy>User 1</cp:lastModifiedBy>
  <cp:revision>1</cp:revision>
  <dcterms:created xsi:type="dcterms:W3CDTF">2026-02-27T00:00:00Z</dcterms:created>
  <dcterms:modified xsi:type="dcterms:W3CDTF">2026-03-02T00:00:00Z</dcterms:modified>
  <cp:category/>
</cp:coreProperties>
</file>