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27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400">
                <a:solidFill>
                  <a:srgbClr val="FFFFFF"/>
                </a:solidFill>
                <a:latin typeface="Open Sans"/>
              </a:rPr>
              <a:t>Falcon </a:t>
            </a:r>
            <a:r>
              <a:rPr i="1" b="1" sz="4400">
                <a:solidFill>
                  <a:srgbClr val="86EB22"/>
                </a:solidFill>
                <a:latin typeface="Stix Two Text"/>
              </a:rPr>
              <a:t>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0"/>
            <a:ext cx="9692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FFFFF"/>
                </a:solidFill>
                <a:latin typeface="Open Sans"/>
              </a:rPr>
              <a:t>Knowledge search for Brightwater Logistics - proposal deck, January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00000"/>
                </a:solidFill>
                <a:latin typeface="Open Sans"/>
              </a:rPr>
              <a:t>The </a:t>
            </a:r>
            <a:r>
              <a:rPr i="1" b="1" sz="3200">
                <a:solidFill>
                  <a:srgbClr val="000000"/>
                </a:solidFill>
                <a:latin typeface="Stix Two Text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Operations, sales and support documents sit in shared drives, inboxes and a CRM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Staff report spending about a quarter of their week looking for existing material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Answers differ by team because nobody can see the latest approved version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Keyword search misses documents that use different words for the same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2728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00000"/>
                </a:solidFill>
                <a:latin typeface="Open Sans"/>
              </a:rPr>
              <a:t>Our </a:t>
            </a:r>
            <a:r>
              <a:rPr i="1" b="1" sz="3200">
                <a:solidFill>
                  <a:srgbClr val="000000"/>
                </a:solidFill>
                <a:latin typeface="Stix Two Text"/>
              </a:rPr>
              <a:t>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Build the Harborview Platform: one place to search and ask questions across documents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Combine keyword and meaning-based search so near matches are found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Keep source files where they are; index content and metadata only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Deliver in two-week sprints with a demo to the client at every second sprint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2728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00000"/>
                </a:solidFill>
                <a:latin typeface="Open Sans"/>
              </a:rPr>
              <a:t>Proposed </a:t>
            </a:r>
            <a:r>
              <a:rPr i="1" b="1" sz="3200">
                <a:solidFill>
                  <a:srgbClr val="000000"/>
                </a:solidFill>
                <a:latin typeface="Stix Two Text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Executive sponsor: accountable for outcomes and the client relationship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Project lead and delivery lead: scope, plan, risks and day-to-day delivery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Engineers and a data analyst: ingestion, search relevance and the user interface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Client sponsor and client delivery lead: decisions, access and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2728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00000"/>
                </a:solidFill>
                <a:latin typeface="Open Sans"/>
              </a:rPr>
              <a:t>Pricing </a:t>
            </a:r>
            <a:r>
              <a:rPr i="1" b="1" sz="3200">
                <a:solidFill>
                  <a:srgbClr val="000000"/>
                </a:solidFill>
                <a:latin typeface="Stix Two Text"/>
              </a:rPr>
              <a:t>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Phase 1 proposed as a fixed fee of $31,500 under the Master Services Agreement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Fee covers discovery, design, build of the core platform and a readout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Hourly rates follow the Rate Card; changes handled by written change order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Phase 2 priced separately once Phase 1 learning is known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2728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00000"/>
                </a:solidFill>
                <a:latin typeface="Open Sans"/>
              </a:rPr>
              <a:t>Indicative </a:t>
            </a:r>
            <a:r>
              <a:rPr i="1" b="1" sz="3200">
                <a:solidFill>
                  <a:srgbClr val="000000"/>
                </a:solidFill>
                <a:latin typeface="Stix Two Text"/>
              </a:rPr>
              <a:t>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February 2026: statement of work agreed and team mobilised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March 2026: kickoff, discovery and current-state assessment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April to July 2026: eight two-week build sprints, starting 20 April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August 2026: Phase 1 readout and a recommendation on Phase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2728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00000"/>
                </a:solidFill>
                <a:latin typeface="Open Sans"/>
              </a:rPr>
              <a:t>Risks We Will </a:t>
            </a:r>
            <a:r>
              <a:rPr i="1" b="1" sz="3200">
                <a:solidFill>
                  <a:srgbClr val="000000"/>
                </a:solidFill>
                <a:latin typeface="Stix Two Text"/>
              </a:rPr>
              <a:t>Manage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Data access and document permissions need client approval early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Source systems change during the project, so integration scope is kept explicit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Adoption depends on training and a named business owner for the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2728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00000"/>
                </a:solidFill>
                <a:latin typeface="Open Sans"/>
              </a:rPr>
              <a:t>Next </a:t>
            </a:r>
            <a:r>
              <a:rPr i="1" b="1" sz="3200">
                <a:solidFill>
                  <a:srgbClr val="000000"/>
                </a:solidFill>
                <a:latin typeface="Stix Two Text"/>
              </a:rPr>
              <a:t>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Client review of this proposal and the draft statement of work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Confirm the client sponsor and the client delivery lead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Agree the kickoff week and the access needed for 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2728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Falcon Proposal Deck</dc:title>
  <dc:subject/>
  <dc:creator>User 1</dc:creator>
  <cp:keywords/>
  <dc:description>generated using python-pptx</dc:description>
  <cp:lastModifiedBy>User 1</cp:lastModifiedBy>
  <cp:revision>1</cp:revision>
  <dcterms:created xsi:type="dcterms:W3CDTF">2026-01-14T00:00:00Z</dcterms:created>
  <dcterms:modified xsi:type="dcterms:W3CDTF">2026-02-02T00:00:00Z</dcterms:modified>
  <cp:category/>
</cp:coreProperties>
</file>