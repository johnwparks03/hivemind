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Reusing Team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Talk outline for a practice event - drafted 4 August to 9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Why This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Every consulting team writes documents that another team later needs.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Most reuse depends on knowing the right person.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The talk shows small steps that make reuse easier.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Where Knowledge Gets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Documents sit in personal folders and project drives.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People leave or move on and take context with them.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by file name misses work with unhelpful titles.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What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Short summaries at the top of documents so they can be found.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Consistent file names and a shared place for finished work.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Clear rules on what is shared and what stays private.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A Story From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 project team reused a change order structure from another engagement.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It saved a day of drafting and avoided known pitfalls.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Nobody recorded the saving, so no one could count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How To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Baseline survey before any change.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Count searches, shared documents and documents reused.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Treat self-reported time savings with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Start small with one or two teams.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Make sharing a choice, never a default.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Measure before you claim a benefit.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Conference Talk Outline</dc:title>
  <dc:subject/>
  <dc:creator>User 1</dc:creator>
  <cp:keywords/>
  <dc:description>generated using python-pptx</dc:description>
  <cp:lastModifiedBy>User 1</cp:lastModifiedBy>
  <cp:revision>1</cp:revision>
  <dcterms:created xsi:type="dcterms:W3CDTF">2026-08-04T00:00:00Z</dcterms:created>
  <dcterms:modified xsi:type="dcterms:W3CDTF">2026-09-09T00:00:00Z</dcterms:modified>
  <cp:category/>
</cp:coreProperties>
</file>