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Searching Past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Practice innovation proposal - drafted 30 March, presented 14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Each project produces documents that later projects could reuse.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Most of it sits in personal folders and is hard to find by name alone.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 search tool across shared work could shorten the start of every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We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Heard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Informal chats with six colleagues; five said they had rebuilt something that already existed.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Typical reason given: I did not know who had it.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Teams want control over what they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my own files first, then metadata of files colleagues choose to share.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Ask questions and get answers with a link to the source document.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Keep private files on the owner's machine.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A Small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Use the Falcon engagement as the first real set of documents.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Show three example searches in a ten minute demo.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No new budget; use existing project time to prepare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People may not trust a tool with their documents.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Poor search results would hurt credibility quickly.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Effort could compete with client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Collect questions from the practice after the pitch.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Agree two volunteer teams for a later trial.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Return with evidence from Falcon once Phase 1 closes.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Innovation Proposal</dc:title>
  <dc:subject/>
  <dc:creator>User 1</dc:creator>
  <cp:keywords/>
  <dc:description>generated using python-pptx</dc:description>
  <cp:lastModifiedBy>User 1</cp:lastModifiedBy>
  <cp:revision>1</cp:revision>
  <dcterms:created xsi:type="dcterms:W3CDTF">2026-03-30T00:00:00Z</dcterms:created>
  <dcterms:modified xsi:type="dcterms:W3CDTF">2026-04-14T00:00:00Z</dcterms:modified>
  <cp:category/>
</cp:coreProperties>
</file>