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Knowledge Reuse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Business case for the Executive sponsor - 29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The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Teams rebuild documents a colleague already wrote because they cannot find them.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File-name search misses most relevant work held on other people's laptops.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Nobody measures how often work is reused, so the cost stays invisible.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The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Two delivery teams and 14 users use search and question answering over shared documents.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Private files stay private; only files a user shares are visible to teammates.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Four weeks of measurement after go-live, compared with a baseline survey.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The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Total request: $22,000.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Build time $12,000, hosting $4,000, support $6,000.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No spend before the sponsor signs off the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The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Assumption: 3 hours saved per person per month at $75 per hour.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14 users give about $3,150 of time value per month.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Break-even in about 7 months; the pilot tests whether the assumption holds.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The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Low adoption if the tool is slower than asking a colleague.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Sensitive documents shared by mistake; mitigated by a clear publish step.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Hours-saved estimate rests on self-reported survey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Decisions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Approve the $22,000 budget request.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Agree a go-live target of 15 December 2026.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Nominate the two pilot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Reuse Pilot - Business Case</dc:title>
  <dc:subject/>
  <dc:creator>User 1</dc:creator>
  <cp:keywords/>
  <dc:description>generated using python-pptx</dc:description>
  <cp:lastModifiedBy>User 1</cp:lastModifiedBy>
  <cp:revision>1</cp:revision>
  <dcterms:created xsi:type="dcterms:W3CDTF">2026-09-29T00:00:00Z</dcterms:created>
  <dcterms:modified xsi:type="dcterms:W3CDTF">2026-09-29T00:00:00Z</dcterms:modified>
  <cp:category/>
</cp:coreProperties>
</file>